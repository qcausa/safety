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E8AD-BE01-9A24-40FF-E1A216947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1CA78-49E2-7DA0-8F33-F09B726A5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242BC-39E3-5859-2E96-69710F44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BA9C6-FC13-FE37-B0B2-A4513EA5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60850-A6EC-11C0-5231-DA1DBEEC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6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BFF7-4514-16EA-D752-A4956F40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7E056-44E1-0F77-36DC-CE012105B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E440D-58C5-A963-D1F3-94851FCE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93F54-F844-8FDB-B47C-97514244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88A34-5EB4-A42B-058A-8298F26A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0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2940-B0C1-B872-F84C-2442BB6EA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5F2BE-4B2C-AD1C-0210-E51A51F4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7EF18-B0AC-8AAE-E485-93ACC85B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54879-F9D5-B8A6-E89B-DDBE57B4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3DE77-0AF3-7D26-BE90-1EC843C2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9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B77B-B8FC-9B7D-0347-6B6CA2F6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89F2D-472A-8350-BE0D-ADA337960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CC660-7070-CFA0-94AB-FD1339A1A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2947C-8CF1-DEE5-30F2-169F9E7B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E7BA3-8E3D-07EB-DB1C-44AB5A21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AD565-941B-E1EE-6B6C-03E3EED3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AB43-526E-8BE0-659D-92D18F4B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35452-8A17-EA5D-CF90-8B941930F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7E956-AF3B-8643-F99C-8E96F2329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075A8-78F3-FC63-9CA9-3872B5A2C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6FDE7-3E59-9ED2-59C7-91E1D8544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20F9E-E5E8-7B74-D374-CB1BFF22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A32AA-0C2B-FE65-D3BE-D19711CE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79E33-B88F-A776-477B-4577E8D8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1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9955-719C-DA36-8272-3B809D33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425C16-1751-99C6-863F-F7B3EBFB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E1E70-F9B2-FF77-273B-4A157CC8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38FA8-C6C5-380E-1969-3D46A4A7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8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2EFFDC-9C61-BE56-FAAD-D5987B45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010FD-00B3-0757-3AFE-168A514D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2066C-4CC4-3E26-D435-5350859B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2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C528-BF31-4FC2-9E00-A31B850B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A303E-C1AC-0576-B5FF-C98A8C51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10339-E130-6143-1E2F-18054E646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C87F8-2AA5-DDB4-D0BE-AB678F307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198B-5BB8-76CD-1FC2-946D5582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475E3-0134-449F-5DAD-7773AFFE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4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967A-3CE2-541E-DCF1-C5A74E79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363A48-5691-884A-8861-2CCF7EB0E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7DE6C-7FF8-6A9B-12FE-A901C85D8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36B69-2A53-3409-D6A9-84BDA096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E68C1-F97E-1EEF-0532-FF730E182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4A092-6C09-1019-AE54-3B30B0FF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6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DE01-D2C4-8543-60EE-89499C34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24792-A76B-4A6C-08EF-CB9C1ADB3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B33C0-743C-2602-5E32-5E4B102A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677D-087D-4CC0-7518-9577843C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3654-792D-CCF1-FBF7-D1CFF274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69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1FA7B-B040-45B0-318D-72659CC8E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8D605-C035-F04B-E408-139B2701F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F3FC1-189C-233B-4347-9DB5B935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FDAE8-BE50-8E39-F548-163676B9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013DC-F6DE-9B90-F1E4-BD38DA42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6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F796D-B4E8-F055-DF89-14C3E9CF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8FF21-1D92-CAC2-D27A-BD6906953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D8487-999F-8C83-94D2-AA31EAA8A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80A32-2A03-4B7A-8AE0-5E11B7FB22E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B119B-CC68-12BC-DB18-6CD38DF69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A142B-9384-E45A-7052-24F7D1006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6A5D0-1BE1-4083-BB65-FB00B776D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4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23E5815E-9873-DD0C-645B-A9A8DF5A2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7"/>
          <a:stretch/>
        </p:blipFill>
        <p:spPr>
          <a:xfrm>
            <a:off x="-1" y="0"/>
            <a:ext cx="1227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8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McDade, Erin</dc:creator>
  <cp:lastModifiedBy>Young, Brenda</cp:lastModifiedBy>
  <cp:revision>1</cp:revision>
  <dcterms:created xsi:type="dcterms:W3CDTF">2024-12-11T18:22:47Z</dcterms:created>
  <dcterms:modified xsi:type="dcterms:W3CDTF">2024-12-11T19:57:50Z</dcterms:modified>
</cp:coreProperties>
</file>